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PORTFOLIO · 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69164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콘텐츠 탐색과 리뷰 경험을 통합한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 MVC 기반 웹 서비스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5120640"/>
            <a:ext cx="45720" cy="10058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50749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발표자 · 이태경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· Java 11 · Spring MVC 4.3 · MyBatis · MySQL · JSP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 · 콘텐츠 탐색 · 검색 · 커뮤니티 · 관리자 운영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 · CONTENTS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554480" y="2304288"/>
            <a:ext cx="274320" cy="182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2103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배경과 문제 정의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6700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554480" y="2871216"/>
            <a:ext cx="274320" cy="182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267004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목표와 서비스 흐름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23697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554480" y="3438144"/>
            <a:ext cx="274320" cy="182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0240" y="3236976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스택과 시스템 구조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38039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554480" y="4005072"/>
            <a:ext cx="274320" cy="182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0240" y="3803904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콘텐츠 탐색과 검색 알고리즘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437083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554480" y="4572000"/>
            <a:ext cx="274320" cy="182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20240" y="437083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예고편 처리 알고리즘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" y="49377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554480" y="5138928"/>
            <a:ext cx="274320" cy="182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0240" y="4937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· 커뮤니티 · 관리자 기능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" y="550468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1554480" y="5705856"/>
            <a:ext cx="274320" cy="182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20240" y="550468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사례와 향후 계획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· BACKGROUND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배경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73152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콘텐츠 정보와 사용자 반응이 플랫폼 곳곳에 흩어져 있어 탐색 경험이 끊긴다.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657600" cy="329184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743200"/>
            <a:ext cx="36576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017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35661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 분산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42976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영화 · 드라마 · 애니메이션이 각기 다른 서비스에 흩어져 있어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화면에서 비교하거나 이어서 탐색하기 어렵다.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80560" y="2743200"/>
            <a:ext cx="3657600" cy="329184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2743200"/>
            <a:ext cx="36576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017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54880" y="35661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검색의 한계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54880" y="42976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중심 검색으로는 키워드 기반의 발견 경험을 제공하기 어렵고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오타나 띄어쓰기 차이도 허용되지 않는다.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412480" y="2743200"/>
            <a:ext cx="3657600" cy="329184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0" y="2743200"/>
            <a:ext cx="36576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3017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686800" y="35661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반응의 단절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686800" y="42976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예고편, 리뷰, OTT 제공처, 기록 기능이 서비스별로 나뉘어 있어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콘텐츠 하나를 깊게 소비하기 힘들다.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20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· PROBLEM &amp; GOAL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정의와 프로젝트 목표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94960" cy="429768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73152" cy="4297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PROBLEM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원하는 것은 단순 검색이 아니다.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제목만으로 원하는 콘텐츠에 도달하기 어려움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콘텐츠 확인 후 리뷰 · 예고편 · OTT 이동이 분절되어 있음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기록과 반응 기능이 별도 서비스에 파편화됨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운영자 관점의 데이터 관리 · 사용자 신고 처리 흐름 부재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5394960" cy="4297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920240"/>
            <a:ext cx="73152" cy="4297680"/>
          </a:xfrm>
          <a:prstGeom prst="rect">
            <a:avLst/>
          </a:prstGeom>
          <a:solidFill>
            <a:srgbClr val="F5B041"/>
          </a:solidFill>
          <a:ln w="12700">
            <a:solidFill>
              <a:srgbClr val="F5B0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B0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23774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 서비스로 이어지는 콘텐츠 경험.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92240" y="320040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영화 · 드라마 · 애니메이션을 한 서비스에서 통합 탐색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+ 키워드 + # 태그까지 확장된 검색 UX 제공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예고편 · 출연진 · OTT · 키워드를 한 화면에서 제공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· 댓글 · 찜 · 컬렉션까지 사용자 반응을 서비스 안에서 완결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대시보드 · 신고 처리까지 운영 기능 포함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20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· USER 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한 줄 소개와 사용자 흐름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73152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사용자는 콘텐츠를 찾고, 확인하고, 기록하고, 공유하는 과정을 한 서비스에서 수행한다.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1956816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108960"/>
            <a:ext cx="1956816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08960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703320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5800" y="4297680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큐레이션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 rot="5400000">
            <a:off x="2551176" y="3977640"/>
            <a:ext cx="201168" cy="182880"/>
          </a:xfrm>
          <a:prstGeom prst="rtTriangl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25496" y="3108960"/>
            <a:ext cx="1956816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25496" y="3108960"/>
            <a:ext cx="1956816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25496" y="3108960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25496" y="3703320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962656" y="4297680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· 키워드 · #태그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rot="5400000">
            <a:off x="4828032" y="3977640"/>
            <a:ext cx="201168" cy="182880"/>
          </a:xfrm>
          <a:prstGeom prst="rtTriangl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02352" y="3108960"/>
            <a:ext cx="1956816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02352" y="3108960"/>
            <a:ext cx="1956816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02352" y="3108960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02352" y="3703320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239512" y="4297680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예고편 · OTT · 리뷰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 rot="5400000">
            <a:off x="7104888" y="3977640"/>
            <a:ext cx="201168" cy="182880"/>
          </a:xfrm>
          <a:prstGeom prst="rtTriangl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79208" y="3108960"/>
            <a:ext cx="1956816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79208" y="3108960"/>
            <a:ext cx="1956816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79208" y="3108960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79208" y="3703320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반응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516368" y="4297680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· 댓글 · 좋아요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 rot="5400000">
            <a:off x="9381744" y="3977640"/>
            <a:ext cx="201168" cy="182880"/>
          </a:xfrm>
          <a:prstGeom prst="rtTriangl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56064" y="3108960"/>
            <a:ext cx="1956816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56064" y="3108960"/>
            <a:ext cx="1956816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56064" y="3108960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656064" y="3703320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9793224" y="4297680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찜 · 봤어요 · 컬렉션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탐색에서 운영까지 끊김 없는 단일 플로우로 설계했다.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20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· TECH STACK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스택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73152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전통적 Spring MVC 구조 위에 외부 API 기반 콘텐츠 데이터를 결합했다.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651760"/>
            <a:ext cx="269748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260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Backend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3566160"/>
            <a:ext cx="320040" cy="228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749040"/>
            <a:ext cx="2148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Java 11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 MVC 4.3.14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MyBatis 3.5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Apache Tomcat 9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29000" y="265176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2651760"/>
            <a:ext cx="269748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29260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Frontend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703320" y="3566160"/>
            <a:ext cx="320040" cy="228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03320" y="3749040"/>
            <a:ext cx="2148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JSP · JSTL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Bootstrap 5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jQuery · Vanilla JS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반응형 레이아웃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09360" y="265176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2651760"/>
            <a:ext cx="269748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29260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Database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583680" y="3566160"/>
            <a:ext cx="320040" cy="228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3749040"/>
            <a:ext cx="2148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 8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MyBatis Mapper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 기반 검색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캐시 테이블 병행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89720" y="265176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89720" y="2651760"/>
            <a:ext cx="269748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64040" y="29260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External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464040" y="3566160"/>
            <a:ext cx="320040" cy="228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64040" y="3749040"/>
            <a:ext cx="2148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TMDB API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YouTube Data API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Kakao 로그인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 SMTP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20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·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구조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73152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역할을 명확히 나누기 위해 Controller → Service → DAO → Mapper → View 구조로 설계했다.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6858000" cy="6858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860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Client / View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83280" y="2286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JSP · JSTL · Bootstrap · jQuery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rot="10800000">
            <a:off x="3886200" y="2980944"/>
            <a:ext cx="182880" cy="109728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108960"/>
            <a:ext cx="6858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089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83280" y="31089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수신 · 검증 · 라우팅 · 모델 주입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rot="10800000">
            <a:off x="3886200" y="3803904"/>
            <a:ext cx="182880" cy="109728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931920"/>
            <a:ext cx="6858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9319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Service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83280" y="39319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비즈니스 로직 · 검색 · 예고편 선택 · 캐시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 rot="10800000">
            <a:off x="3886200" y="4626864"/>
            <a:ext cx="182880" cy="109728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754880"/>
            <a:ext cx="6858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7548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DAO · Mapper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383280" y="47548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MyBatis 매퍼 XML · SQL 관리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 rot="10800000">
            <a:off x="3886200" y="5449824"/>
            <a:ext cx="182880" cy="109728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5577840"/>
            <a:ext cx="6858000" cy="68580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5778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 · TMDB · YouTube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383280" y="55778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영속 저장소 + 외부 API 통합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863840" y="2286000"/>
            <a:ext cx="3749040" cy="384048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92440" y="24231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책임 분리 원칙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092440" y="2880360"/>
            <a:ext cx="320040" cy="228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92440" y="3017520"/>
            <a:ext cx="3383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Controller는 파라미터 검증과 뷰 바인딩만 담당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Service에 비즈니스 로직 · 외부 API 호출 집중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DAO와 Mapper XML로 SQL 관리 일원화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Interceptor · Filter로 인증 · XSS 대응 분리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20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· DISCOVERY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 ① 콘텐츠 탐색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73152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화면에서 영화 · 드라마 · 애니메이션을 폭넓게 탐색한다.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3657600" cy="169164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8346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63040" y="2834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인기 콘텐츠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63040" y="3383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인기 · 주간 트렌드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2560320"/>
            <a:ext cx="3657600" cy="169164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28346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0" y="2834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상영작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303520" y="3383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개봉 영화 필터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0" y="2560320"/>
            <a:ext cx="3657600" cy="169164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03920" y="28346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0" y="2834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개봉 예정작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144000" y="3383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디폴트 7일 · 30일 확장 가능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434840"/>
            <a:ext cx="3657600" cy="169164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470916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63040" y="4709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장르별 접근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463040" y="5257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영화 · 드라마 · 애니 분기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89120" y="4434840"/>
            <a:ext cx="3657600" cy="169164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470916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03520" y="4709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트렌딩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303520" y="5257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오늘/이번 주 TMDB 트렌드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229600" y="4434840"/>
            <a:ext cx="3657600" cy="169164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03920" y="470916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0392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44000" y="4709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콘텐츠 비교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9144000" y="5257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타입 전환 · 빠른 이동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20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· SEARCH UX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 ② 검색 경험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73152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검색을 넘어, 키워드와 해시태그 중심의 발견 경험을 지원한다.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486400" cy="347472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검색창 UI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834640"/>
            <a:ext cx="5029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8346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 # 로맨스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검색어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3886200"/>
            <a:ext cx="886968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886200"/>
            <a:ext cx="886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#로맨스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55648" y="3886200"/>
            <a:ext cx="886968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55648" y="3886200"/>
            <a:ext cx="886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 범죄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34056" y="3886200"/>
            <a:ext cx="1243584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34056" y="388620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이터널 선샤인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69080" y="3886200"/>
            <a:ext cx="886968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69080" y="3886200"/>
            <a:ext cx="886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슬램덩크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4389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인기 검색어 TOP 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46634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듄: 파트 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486460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오펜하이머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506577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범죄도시 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52669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슬램덩크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54681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#액션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2286000"/>
            <a:ext cx="8229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TYPE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60920" y="23317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· 키워드 · # 해시태그 3가지 타입으로 분기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0" y="3246120"/>
            <a:ext cx="8229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3246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SMART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60920" y="32918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오타 · 띄어쓰기 차이 보정 후 재검색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00800" y="4206240"/>
            <a:ext cx="8229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4206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HISTORY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60920" y="42519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검색어 중복 적재 방지 · 사용자별 저장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400800" y="5166360"/>
            <a:ext cx="8229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5166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POPULAR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60920" y="52120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집계 기반 인기 검색어 노출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20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· ALGORITHM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알고리즘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73152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단순 문자열 일치가 아닌, 제목 보정과 키워드 fallback으로 성공률을 높였다.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1737360" cy="9144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688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검색어 입력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query · type · mediaType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 rot="5400000">
            <a:off x="2395728" y="2834640"/>
            <a:ext cx="201168" cy="201168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97480" y="2468880"/>
            <a:ext cx="25603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97480" y="2468880"/>
            <a:ext cx="91440" cy="9144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검색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80360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정규화 후 LIKE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97480" y="3566160"/>
            <a:ext cx="25603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97480" y="3566160"/>
            <a:ext cx="9144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8036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키워드 검색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80360" y="4069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키워드 테이블 매칭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97480" y="4663440"/>
            <a:ext cx="25603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B04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97480" y="4663440"/>
            <a:ext cx="91440" cy="914400"/>
          </a:xfrm>
          <a:prstGeom prst="rect">
            <a:avLst/>
          </a:prstGeom>
          <a:solidFill>
            <a:srgbClr val="F5B041"/>
          </a:solidFill>
          <a:ln w="12700">
            <a:solidFill>
              <a:srgbClr val="F5B0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80360" y="4754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 태그 검색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880360" y="5166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URL decode · 태그 ID 조회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rot="5400000">
            <a:off x="5349240" y="3931920"/>
            <a:ext cx="201168" cy="201168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0" y="2468880"/>
            <a:ext cx="3200400" cy="310896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Fallback 체인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806440" y="3063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오타/띄어쓰기 보정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06440" y="35021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제목 부분일치 fallback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06440" y="394106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키워드 fallback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06440" y="437997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mediaType 분기 재검색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806440" y="48188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빈 결과 안내 + 추천어 노출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 rot="5400000">
            <a:off x="9006840" y="3931920"/>
            <a:ext cx="201168" cy="201168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326880" y="3337560"/>
            <a:ext cx="2286000" cy="1371600"/>
          </a:xfrm>
          <a:prstGeom prst="roundRect">
            <a:avLst>
              <a:gd name="adj" fmla="val 3333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26880" y="33375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반환</a:t>
            </a:r>
            <a:endParaRPr lang="en-US" sz="1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 높은 상위 N건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오탈자 · 띄어쓰기 · 타입 불일치에 모두 대응해 '빈 결과' 비율을 낮췄다.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20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· DETAIL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 ③ 상세 페이지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73152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화면에서 줄거리 · 예고편 · 출연진 · 키워드 · OTT까지 모두 제공한다.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943600" cy="411480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514600"/>
            <a:ext cx="1645920" cy="2377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14600"/>
            <a:ext cx="1645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06040" y="2560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콘텐츠 제목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0604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 · 드라마 · 시즌 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06040" y="3429000"/>
            <a:ext cx="3657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60520" y="393192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5400000">
            <a:off x="4315968" y="4041648"/>
            <a:ext cx="182880" cy="237744"/>
          </a:xfrm>
          <a:prstGeom prst="rt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예고편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5120640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120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#스릴러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65960" y="5120640"/>
            <a:ext cx="96012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65960" y="512064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#복수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017520" y="5120640"/>
            <a:ext cx="96012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512064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#범죄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069080" y="5120640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69080" y="5120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#시즌2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" y="5623560"/>
            <a:ext cx="1225296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62356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Netflix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139696" y="5623560"/>
            <a:ext cx="100584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39696" y="56235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Wavve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82696" y="5623560"/>
            <a:ext cx="100584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82696" y="56235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Tving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766560" y="237744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406640" y="23317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줄거리 · 개봉정보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406640" y="2651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TMDB 기반 메타데이터 표시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766560" y="306324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406640" y="30175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예고편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406640" y="33375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다단 fallback으로 안정 재생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766560" y="374904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406640" y="3703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출연진 · 스태프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406640" y="40233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인물 · 역할별 구분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766560" y="443484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406640" y="43891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키워드 태그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406640" y="47091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 시 동일 태그 검색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766560" y="512064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6656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406640" y="50749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OTT 제공처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406640" y="5394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국가별 streaming 플랫폼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766560" y="580644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66560" y="5806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406640" y="57607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· 댓글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7406640" y="6080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반응 바로 확인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20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· TRAILER ALGORITHM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예고편 처리 알고리즘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73152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단순 API 호출이 아닌, 다단계 fallback과 후보 점수화로 안정성을 확보했다.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92024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TMDB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ko-KR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 rot="5400000">
            <a:off x="2542032" y="2724912"/>
            <a:ext cx="173736" cy="219456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88920" y="2194560"/>
            <a:ext cx="192024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88920" y="26060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TMDB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en-US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 rot="5400000">
            <a:off x="4782312" y="2724912"/>
            <a:ext cx="173736" cy="219456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2194560"/>
            <a:ext cx="1920240" cy="12801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26060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YouTube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캐시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 rot="5400000">
            <a:off x="7022592" y="2724912"/>
            <a:ext cx="173736" cy="219456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69480" y="2194560"/>
            <a:ext cx="1920240" cy="12801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69480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269480" y="26060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YouTube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API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281160" y="2194560"/>
            <a:ext cx="2560320" cy="1280160"/>
          </a:xfrm>
          <a:prstGeom prst="roundRect">
            <a:avLst>
              <a:gd name="adj" fmla="val 3571"/>
            </a:avLst>
          </a:prstGeom>
          <a:solidFill>
            <a:srgbClr val="F5B041"/>
          </a:solidFill>
          <a:ln w="12700">
            <a:solidFill>
              <a:srgbClr val="F5B0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81160" y="219456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최적 예고편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 가능 검증 후 반환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3794760"/>
            <a:ext cx="3657600" cy="242316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794760"/>
            <a:ext cx="73152" cy="24231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 제외 규칙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2960" y="4526280"/>
            <a:ext cx="3154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쇼츠 · Shorts 영상 제외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· 해설 영상 제외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OST · 오디오 클립 제외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클립 · 팬 편집본 제외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34840" y="3794760"/>
            <a:ext cx="3657600" cy="242316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34840" y="3794760"/>
            <a:ext cx="73152" cy="2423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 점수화 기준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709160" y="4526280"/>
            <a:ext cx="3154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제목에 trailer · 예고편 포함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채널이 Official · 공식 여부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언어/국가 매칭 점수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시즌 · 회차 일치 가점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321040" y="3794760"/>
            <a:ext cx="3657600" cy="242316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21040" y="3794760"/>
            <a:ext cx="73152" cy="2423160"/>
          </a:xfrm>
          <a:prstGeom prst="rect">
            <a:avLst/>
          </a:prstGeom>
          <a:solidFill>
            <a:srgbClr val="F5B041"/>
          </a:solidFill>
          <a:ln w="12700">
            <a:solidFill>
              <a:srgbClr val="F5B04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49640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드라마 시즌 fallback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95360" y="4526280"/>
            <a:ext cx="3154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시즌별 전용 예고편 우선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시즌 1로 fallback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시리즈 전체 예고편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재생 가능 여부 검증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20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· USER FEATURES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기능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73152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흐름 전 과정을 검증 · 이메일 인증 · 세션 관리와 함께 설계했다.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3566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377440"/>
            <a:ext cx="73152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651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회원가입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3291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 인증 + 실시간 중복 확인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2377440"/>
            <a:ext cx="3566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2377440"/>
            <a:ext cx="73152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2651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· 세션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17720" y="3291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로그인 / 카카오 로그인 병행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46720" y="2377440"/>
            <a:ext cx="3566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2377440"/>
            <a:ext cx="73152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2651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66760" y="3291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닉네임 · 프로필 이미지 · 자기소개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389120"/>
            <a:ext cx="3566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389120"/>
            <a:ext cx="73152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663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비밀번호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68680" y="5303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비밀번호 검증 후 변경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297680" y="4389120"/>
            <a:ext cx="3566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97680" y="4389120"/>
            <a:ext cx="73152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4663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 변경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617720" y="5303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재인증 후 적용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046720" y="4389120"/>
            <a:ext cx="3566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0" y="4389120"/>
            <a:ext cx="73152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66760" y="4663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탈퇴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366760" y="5303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 · 리뷰 후처리 포함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/ 20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· COMMUNITY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커뮤니티 · 개인 기록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73152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 소비에서 끝내지 않고, 반응과 기록을 서비스 안에서 이어지게 했다.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486400" cy="411480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86000"/>
            <a:ext cx="5486400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86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0175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커뮤니티 기능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374904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작성 · 수정 · 삭제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댓글과 대댓글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좋아요 토글 + 중복 방지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부적절 콘텐츠 신고 → 관리자 이관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2286000"/>
            <a:ext cx="5486400" cy="411480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286000"/>
            <a:ext cx="54864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286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RECORD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29400" y="30175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기록 기능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675120" y="374904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찜 (Watchlist)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봤어요 (Watched) · 별점 평가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컬렉션 생성 · 콘텐츠 담기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마이페이지에서 통합 조회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/ 20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· ADMIN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기능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73152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서비스와 분리된 관리자 영역에서 데이터 · 신고 · 통계를 관리한다.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6583680" cy="411480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423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Admin Dashboard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880360"/>
            <a:ext cx="1463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80360"/>
            <a:ext cx="146304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063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수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33832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1,248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350008" y="2880360"/>
            <a:ext cx="1463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50008" y="2880360"/>
            <a:ext cx="14630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87168" y="3063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금일 리뷰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87168" y="33832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87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922776" y="2880360"/>
            <a:ext cx="1463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22776" y="2880360"/>
            <a:ext cx="1463040" cy="54864"/>
          </a:xfrm>
          <a:prstGeom prst="rect">
            <a:avLst/>
          </a:prstGeom>
          <a:solidFill>
            <a:srgbClr val="F5B041"/>
          </a:solidFill>
          <a:ln w="12700">
            <a:solidFill>
              <a:srgbClr val="F5B0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59936" y="3063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미처리 신고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059936" y="33832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495544" y="2880360"/>
            <a:ext cx="1463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95544" y="2880360"/>
            <a:ext cx="146304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32704" y="3063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인기 검색어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32704" y="33832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로맨스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777240" y="4343400"/>
            <a:ext cx="6126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434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신고 처리 목록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48006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#1024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737360" y="4800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악성 리뷰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931920" y="4837176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0" y="483717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처리완료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14400" y="5212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#1025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737360" y="5212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스팸 댓글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931920" y="5248656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F5B041"/>
          </a:solidFill>
          <a:ln w="12700">
            <a:solidFill>
              <a:srgbClr val="F5B04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31920" y="52486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보류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14400" y="56235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#1026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737360" y="5623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부적절 이미지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31920" y="5660136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31920" y="56601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반려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406640" y="2404872"/>
            <a:ext cx="182880" cy="1828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80960" y="2331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680960" y="26791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지표 · 최근 활동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406640" y="3090672"/>
            <a:ext cx="182880" cy="1828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80960" y="3017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관리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7680960" y="33649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· 상태 변경 · 차단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406640" y="3776472"/>
            <a:ext cx="182880" cy="1828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80960" y="3703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관리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7680960" y="40507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게시/숨김/삭제 처리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406640" y="4462272"/>
            <a:ext cx="182880" cy="1828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80960" y="4389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신고 처리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7680960" y="47365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카테고리별 이관 및 완료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406640" y="5148072"/>
            <a:ext cx="182880" cy="1828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80960" y="5074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인기 검색어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7680960" y="54223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기간별 집계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406640" y="5833872"/>
            <a:ext cx="182880" cy="1828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80960" y="5760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7680960" y="61081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콘텐츠 · 사용자 · 트렌드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/ 20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· VALIDATION &amp; SECURITY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검증과 보안 개선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73152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구현 이후에도 검증 규칙과 필터 구조를 정리해 실제 서비스 안정성을 높였다.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4864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86000"/>
            <a:ext cx="137160" cy="41148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560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BEFORE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926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365760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프론트와 서버 검증 규칙이 중복 · 불일치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비밀번호 변경 시 현재 비밀번호 검증 누락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XSS 필터가 일반 입력까지 과탐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예약어 포함된 정상 검색어 차단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2286000"/>
            <a:ext cx="54864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286000"/>
            <a:ext cx="137160" cy="41148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2560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AFTER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29400" y="2926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후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675120" y="365760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InputValidator 중심으로 검증 규칙 통합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비밀번호 변경 검증 · 세션 재확인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XssFilter + RequestWrapper로 범위 최소화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예약어 목록 정교화 · 정상 검색어 통과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 / 20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· CASE STUDY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해결 및 개선 사례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73152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운영 중 발견한 문제를 진단 → 원인 분석 → 재발 방지 순으로 정리했다.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5394960" cy="192024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60604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6060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 검색어 URL 인코딩 문제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310896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`#` 문자가 URL fragment로 해석되어 쿼리에 포함되지 않음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클라이언트에서 encodeURIComponent 적용 · 서버 decode 보강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331720"/>
            <a:ext cx="5394960" cy="192024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260604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32320" y="26060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검색어 중복 적재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32320" y="310896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 이동 시 동일 검색어가 반복 저장되어 목록 오염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세션 기반 dedup + 최신 입력만 상단 고정 로직 추가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5394960" cy="192024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470916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47091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영화 예고편 누락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521208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TMDB 한국어 응답 없을 때 예고편이 아예 노출되지 않음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ko-KR → en-US → YouTube 캐시/검색 fallback 체인 도입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4434840"/>
            <a:ext cx="5394960" cy="192024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470916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32320" y="47091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키워드 섹션 연결 부재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32320" y="521208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키워드를 눌러도 검색 결과 화면으로 이어지지 않음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키워드 ID 기반 검색 라우팅 신설 · 애니/드라마 분기 처리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 / 20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· 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성과와 한계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486400" cy="4297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B0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ACHIEVEMENTS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달성한 성과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777240" y="4114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콘텐츠 타입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43891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영화 · 드라마 · 애니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41448" y="32918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2441448" y="4114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예고편 fallback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41448" y="43891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안정적 재생률 확보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05656" y="32918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4105656" y="4114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↔ 운영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05656" y="43891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프로젝트 안에서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51206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탐색 · 검색 · 상세 · 커뮤니티 · 운영 전 영역 구현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품질 · 예고편 안정성 지속 개선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컨트롤러 · 서비스 · DAO 책임 분리로 유지보수성 확보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2011680"/>
            <a:ext cx="5303520" cy="429768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25146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한계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6537960" y="3383280"/>
            <a:ext cx="91440" cy="411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3291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66760" y="3291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테스트 · 자동화 테스트가 충분하지 않다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37960" y="4069080"/>
            <a:ext cx="91440" cy="411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3977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66760" y="3977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수동 배포 중심으로 파이프라인이 미비하다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37960" y="4754880"/>
            <a:ext cx="91440" cy="411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4663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366760" y="46634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기반 개인화 추천이 고도화되지 않았다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537960" y="5440680"/>
            <a:ext cx="91440" cy="411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5349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반응형 UI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366760" y="5349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 화면 대응을 더 정교하게 다듬어야 한다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/ 20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· 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개선 방향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73152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안정화 · 개인화 · 자동화 세 축을 중심으로 확장한다.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37490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377440"/>
            <a:ext cx="374904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743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안정화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8680" y="342900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테스트 보강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 파이프라인 도입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로깅 · 모니터링 강화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34840" y="2377440"/>
            <a:ext cx="37490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2377440"/>
            <a:ext cx="3749040" cy="7772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9160" y="2743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개인화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54880" y="342900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기반 개인 추천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찜 · 봤어요 기반 큐레이션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유사 콘텐츠 추천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321040" y="2377440"/>
            <a:ext cx="37490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2377440"/>
            <a:ext cx="3749040" cy="777240"/>
          </a:xfrm>
          <a:prstGeom prst="rect">
            <a:avLst/>
          </a:prstGeom>
          <a:solidFill>
            <a:srgbClr val="F5B041"/>
          </a:solidFill>
          <a:ln w="12700">
            <a:solidFill>
              <a:srgbClr val="F5B0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95360" y="2743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641080" y="342900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반응형 UI 전면 개선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자동화 · 컨테이너화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API 폭 확장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 / 20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50040" y="0"/>
            <a:ext cx="411480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5B0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CLOSING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구현을 넘어,</a:t>
            </a:r>
            <a:endParaRPr lang="en-US" sz="4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경험을 설계한 프로젝트.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43891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SpringGreen8은 기능 나열형 포트폴리오가 아니라, 실제 사용자 흐름과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관점을 함께 고려하며 지속적으로 다듬은 웹 프로젝트입니다.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5577840"/>
            <a:ext cx="1371600" cy="45720"/>
          </a:xfrm>
          <a:prstGeom prst="rect">
            <a:avLst/>
          </a:prstGeom>
          <a:solidFill>
            <a:srgbClr val="F5B041"/>
          </a:solidFill>
          <a:ln w="12700">
            <a:solidFill>
              <a:srgbClr val="F5B0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Thank you  ·  Q &amp; 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SpringGreen8 — 콘텐츠 탐색과 리뷰 플랫폼</dc:title>
  <dc:subject>PptxGenJS Presentation</dc:subject>
  <dc:creator>이태경</dc:creator>
  <cp:lastModifiedBy>이태경</cp:lastModifiedBy>
  <cp:revision>1</cp:revision>
  <dcterms:created xsi:type="dcterms:W3CDTF">2026-04-22T00:43:26Z</dcterms:created>
  <dcterms:modified xsi:type="dcterms:W3CDTF">2026-04-22T00:43:26Z</dcterms:modified>
</cp:coreProperties>
</file>