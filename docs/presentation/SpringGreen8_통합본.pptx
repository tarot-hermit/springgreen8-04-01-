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PORTFOLIO ·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탐색과 리뷰 경험을 통합한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MVC 기반 웹 서비스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4343400"/>
            <a:ext cx="1024128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434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Java 11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29968" y="4343400"/>
            <a:ext cx="1728216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9968" y="4343400"/>
            <a:ext cx="1728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MVC 4.3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9624" y="4343400"/>
            <a:ext cx="1024128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9624" y="434340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MyBatis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5192" y="4343400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5192" y="4343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79592" y="4343400"/>
            <a:ext cx="1124712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79592" y="4343400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TMDB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95744" y="4343400"/>
            <a:ext cx="1426464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95744" y="434340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YouTube 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13648" y="43434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13648" y="4343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JSP / Bootstrap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5303520"/>
            <a:ext cx="45720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257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 · 이태경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DB 15개 테이블 · 8단계 예고편 fallback · 5가지 검색 방식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 · 검색 · 상세 · 커뮤니티 · 관리자 통합 서비스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 · 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54480" y="2258568"/>
            <a:ext cx="27432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2057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배경 · 문제 정의 · 프로젝트 목표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554480" y="2807208"/>
            <a:ext cx="27432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606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 · 시스템 구조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554480" y="3355848"/>
            <a:ext cx="27432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3154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테이블 구조 (15개 테이블)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554480" y="3904488"/>
            <a:ext cx="27432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— 탐색 · 검색 · 상세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42519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554480" y="4453128"/>
            <a:ext cx="27432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4251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예고편 처리 알고리즘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0080" y="4800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554480" y="5001768"/>
            <a:ext cx="27432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4800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· 커뮤니티 · 관리자 기능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" y="5349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554480" y="5550408"/>
            <a:ext cx="274320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5349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사례 · 성과 · 향후 계획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배경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정보와 사용자 반응이 플랫폼 곳곳에 흩어져 있어 탐색 경험이 끊긴다.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657600" cy="32918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97480"/>
            <a:ext cx="36576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분산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영화 · 드라마 · 애니메이션이 서로 다른 플랫폼에 흩어져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화면에서 비교 · 이어서 탐색하기 어렵다.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2697480"/>
            <a:ext cx="3657600" cy="32918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2697480"/>
            <a:ext cx="36576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971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3520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검색의 한계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42519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중심 검색으로는 키워드 기반 발견이 어렵고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오타 · 띄어쓰기 차이도 허용되지 않는다.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0" y="2697480"/>
            <a:ext cx="3657600" cy="32918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2697480"/>
            <a:ext cx="36576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971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86800" y="3520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반응의 단절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86800" y="42519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예고편 · 리뷰 · OTT 제공처 · 기록 기능이 분리돼 있어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콘텐츠를 깊게 소비하기 어렵다.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29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PROBLEM &amp; GOAL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정의와 프로젝트 목표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438912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73152" cy="43891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원하는 것은 단순 검색이 아니다.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제목만으로 원하는 콘텐츠에 도달하기 어려움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확인 후 예고편 · 리뷰 · OTT 이동이 분절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 · 반응 기능이 별도 서비스에 파편화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 관점 데이터 관리 · 신고 처리 흐름 부재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5394960" cy="4389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874520"/>
            <a:ext cx="73152" cy="4389120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B0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서비스로 이어지는 콘텐츠 경험.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92240" y="310896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영화 · 드라마 · 애니메이션 통합 탐색 환경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+ 키워드 + # 태그 + 오타 보정 검색 UX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예고편 · 출연진 · OTT · 키워드를 한 상세에서 제공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· 댓글 · 찜 · 컬렉션으로 반응 완결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대시보드 · 신고 · 통계로 운영 기능 포함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29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USER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흐름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사용자는 콘텐츠를 찾고, 확인하고, 기록하고, 관리까지 한 서비스에서 수행한다.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993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834640"/>
            <a:ext cx="1993392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346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탐색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" y="393192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· 트렌딩 · 상영 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5400000">
            <a:off x="2569464" y="3657600"/>
            <a:ext cx="201168" cy="182880"/>
          </a:xfrm>
          <a:prstGeom prst="rtTriangl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16352" y="2834640"/>
            <a:ext cx="1993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16352" y="2834640"/>
            <a:ext cx="1993392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28346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16352" y="33832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953512" y="393192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· 키워드 · #태그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4837176" y="3657600"/>
            <a:ext cx="201168" cy="182880"/>
          </a:xfrm>
          <a:prstGeom prst="rtTriangl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84064" y="2834640"/>
            <a:ext cx="1993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84064" y="2834640"/>
            <a:ext cx="1993392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84064" y="28346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84064" y="33832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21224" y="393192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예고편 · OTT · 리뷰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rot="5400000">
            <a:off x="7104888" y="3657600"/>
            <a:ext cx="201168" cy="182880"/>
          </a:xfrm>
          <a:prstGeom prst="rtTriangl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51776" y="2834640"/>
            <a:ext cx="1993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51776" y="2834640"/>
            <a:ext cx="1993392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51776" y="28346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51776" y="33832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88936" y="393192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· 댓글 · 좋아요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 rot="5400000">
            <a:off x="9372600" y="3657600"/>
            <a:ext cx="201168" cy="182880"/>
          </a:xfrm>
          <a:prstGeom prst="rtTriangl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19488" y="2834640"/>
            <a:ext cx="19933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19488" y="2834640"/>
            <a:ext cx="1993392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19488" y="283464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19488" y="338328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756648" y="393192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찜 · 봤어요 · 컬렉션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394960"/>
            <a:ext cx="73152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394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비로그인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371600" y="5394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 · 검색 · 상세 조회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89120" y="5394960"/>
            <a:ext cx="731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0" y="5394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12080" y="5394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· 댓글 · 찜 · 봤어요 · 컬렉션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229600" y="5394960"/>
            <a:ext cx="731520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0" y="5394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052560" y="5394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· 회원 · 리뷰 · 신고 · 통계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29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TECH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전통적 Spring MVC 구조 위에 외부 API · 보안 · 메일까지 통합했다.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77440"/>
            <a:ext cx="269748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Backend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200400"/>
            <a:ext cx="320040" cy="228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3756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Java 11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MVC 4.3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AOP · Interceptor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Apache Tomcat 9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29000" y="237744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2377440"/>
            <a:ext cx="269748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26517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703320" y="3200400"/>
            <a:ext cx="320040" cy="228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333756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JSP · JSTL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Bootstrap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jQuery · Vanilla JS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반응형 레이아웃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37744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377440"/>
            <a:ext cx="269748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6517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583680" y="3200400"/>
            <a:ext cx="320040" cy="228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33756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8 · 15 Tables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MyBatis Mapper XML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 처리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캐시 테이블 병행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89720" y="237744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2377440"/>
            <a:ext cx="269748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64040" y="26517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External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464040" y="3200400"/>
            <a:ext cx="320040" cy="228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64040" y="333756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TMDB API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YouTube Data API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JavaMailSender · Gmail SMTP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Kakao 로그인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760720"/>
            <a:ext cx="7772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7607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17320" y="5760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 기반 로그인 · XssFilter · InputValidator · AdminInterceptor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5760720"/>
            <a:ext cx="777240" cy="3657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57607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78040" y="5760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JavaMailSender · Gmail SMTP 6자리 인증 코드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29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시스템 구조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DispatcherServlet → Controller → Service → DAO → MyBatis → MySQL 책임을 명확히 나눴다.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6583680" cy="530352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317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Browser (JSP · jQuery)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233172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View · 사용자 입력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10800000">
            <a:off x="3767328" y="2866644"/>
            <a:ext cx="146304" cy="9144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53512"/>
            <a:ext cx="658368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5351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DispatcherServlet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95351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라우팅 · 매핑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rot="10800000">
            <a:off x="3767328" y="3488436"/>
            <a:ext cx="146304" cy="9144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575304"/>
            <a:ext cx="658368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7530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357530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 검증 · 뷰 바인딩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10800000">
            <a:off x="3767328" y="4110228"/>
            <a:ext cx="146304" cy="9144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197096"/>
            <a:ext cx="658368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9709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0" y="419709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 로직 · 외부 API · 캐시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rot="10800000">
            <a:off x="3767328" y="4732020"/>
            <a:ext cx="146304" cy="9144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818888"/>
            <a:ext cx="6583680" cy="5303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81888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DAO · MyBatis Mapper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23360" y="481888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관리 · 트랜잭션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rot="10800000">
            <a:off x="3767328" y="5353812"/>
            <a:ext cx="146304" cy="9144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440680"/>
            <a:ext cx="6583680" cy="530352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44068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· TMDB · YouTube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023360" y="544068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영속 저장 + 외부 API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06640" y="2331720"/>
            <a:ext cx="4206240" cy="388620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공통/보안 흐름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35240" y="2880360"/>
            <a:ext cx="320040" cy="228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301752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GlobalViewOptionsAdvice — 인기 검색어 · 통계 공통 주입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XssFilter · XssRequestWrapper — 모든 요청 래핑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AdminInterceptor — /admin/** 권한 일괄 확인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LoginSessionInterceptor — 만료 · 재인증 처리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TmdbServiceImpl — 외부 API · 예고편 fallback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29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CONTROLLER 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MVC 계층 — Controller 책임 분리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기능군을 Controller 단위로 나눠 유지보수성과 가독성을 확보했다.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6289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77440"/>
            <a:ext cx="73152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60320"/>
            <a:ext cx="2308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MovieController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23088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목록 · 검색 · 상세 · 찜 · 봤어요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60420" y="2377440"/>
            <a:ext cx="26289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60420" y="2377440"/>
            <a:ext cx="73152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9020" y="2560320"/>
            <a:ext cx="2308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UserController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89020" y="3108960"/>
            <a:ext cx="23088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 · 로그인 · 프로필 · 비밀번호 · 이메일 인증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2377440"/>
            <a:ext cx="26289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377440"/>
            <a:ext cx="73152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560320"/>
            <a:ext cx="2308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ReviewController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3108960"/>
            <a:ext cx="23088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CRUD · 좋아요 · 스포일러 표시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83980" y="2377440"/>
            <a:ext cx="26289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83980" y="2377440"/>
            <a:ext cx="73152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2580" y="2560320"/>
            <a:ext cx="2308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CommentController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12580" y="3108960"/>
            <a:ext cx="23088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댓글 CRUD · 알림 생성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26289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251960"/>
            <a:ext cx="73152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434840"/>
            <a:ext cx="2308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CollectionController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983480"/>
            <a:ext cx="23088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컬렉션 CRUD · 콘텐츠 추가 · 공개/비공개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60420" y="4251960"/>
            <a:ext cx="26289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60420" y="4251960"/>
            <a:ext cx="73152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89020" y="4434840"/>
            <a:ext cx="2308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AdminController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89020" y="4983480"/>
            <a:ext cx="23088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· 회원 · 리뷰 · 신고 · 통계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4251960"/>
            <a:ext cx="26289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4251960"/>
            <a:ext cx="73152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4434840"/>
            <a:ext cx="2308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ReportController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0" y="4983480"/>
            <a:ext cx="23088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 접수 · 사유 검증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983980" y="4251960"/>
            <a:ext cx="26289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83980" y="4251960"/>
            <a:ext cx="73152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12580" y="4434840"/>
            <a:ext cx="2308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NotificationController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212580" y="4983480"/>
            <a:ext cx="23088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목록 · 읽음 처리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29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DATABASE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전체 테이블 구조 (15개)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· 콘텐츠 · 커뮤니티 · 기록 · 운영 5개 도메인으로 15개 테이블을 분류했다.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2103120" cy="388620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31720"/>
            <a:ext cx="21031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/ 콘텐츠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97180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52044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06908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069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61772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617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movie_genre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88920" y="2331720"/>
            <a:ext cx="2103120" cy="388620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8920" y="2331720"/>
            <a:ext cx="210312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커뮤니티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926080" y="297180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2971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26080" y="352044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review_like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26080" y="406908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4069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2331720"/>
            <a:ext cx="2103120" cy="388620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2331720"/>
            <a:ext cx="2103120" cy="457200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기록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166360" y="297180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971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watchlist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66360" y="352044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166360" y="406908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4069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166360" y="461772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4617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collection_movie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269480" y="2331720"/>
            <a:ext cx="2103120" cy="388620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69480" y="2331720"/>
            <a:ext cx="2103120" cy="45720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6948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· 알림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406640" y="297180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06640" y="2971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406640" y="352044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664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406640" y="406908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6640" y="4069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search_history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509760" y="2331720"/>
            <a:ext cx="2103120" cy="388620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509760" y="2331720"/>
            <a:ext cx="2103120" cy="45720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50976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캐시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9646920" y="2971800"/>
            <a:ext cx="1828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46920" y="2971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media_video_cache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테이블은 MySQL DDL로 정의, MyBatis Mapper XML로 연동한다.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29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TABLE DETAIL 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테이블 — users · movie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53949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128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487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계정 · 프로필 (12 컬럼)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2880360"/>
            <a:ext cx="73152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user_no  PK AUTO_INCREMENT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3291840"/>
            <a:ext cx="73152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 UNIQUE · VARCHAR(50)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3703320"/>
            <a:ext cx="73152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user_pw  SHA-256 해시 · VARCHAR(255)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4114800"/>
            <a:ext cx="73152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user_name · user_email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" y="4526280"/>
            <a:ext cx="73152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526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user_img  default.png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" y="4937760"/>
            <a:ext cx="73152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937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user_bio  VARCHAR(300)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5349240"/>
            <a:ext cx="73152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5349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user_role  ENUM(USER · ADMIN)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8680" y="5760720"/>
            <a:ext cx="73152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5760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join_date · addr1/addr2/zipcode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2103120"/>
            <a:ext cx="53949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2103120"/>
            <a:ext cx="539496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22128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537960" y="2487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TMDB 콘텐츠 로컬 저장 (12 컬럼)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37960" y="2880360"/>
            <a:ext cx="73152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movie_no  PK AUTO_INCREMENT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37960" y="3291840"/>
            <a:ext cx="73152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tmdb_id  UNIQUE · INT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37960" y="3703320"/>
            <a:ext cx="73152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· title_en  VARCHAR(200)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37960" y="4114800"/>
            <a:ext cx="73152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  TEXT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537960" y="4526280"/>
            <a:ext cx="73152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0840" y="4526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poster_path · backdrop_path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537960" y="4937760"/>
            <a:ext cx="73152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4937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release_date  VARCHAR(20)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537960" y="5349240"/>
            <a:ext cx="73152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0840" y="5349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  INT DEFAULT 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537960" y="5760720"/>
            <a:ext cx="73152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0840" y="5760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vote_average · popularity  DOUBLE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29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TABLE DETAIL 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테이블 — genre · movie_genre · media_video_cache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356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353568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장르 마스터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genre_id  PK INT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307848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2044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genre_name  VARCHAR(50)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977640"/>
            <a:ext cx="307848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6908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TMDB 장르 목록 로컬 동기화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526280"/>
            <a:ext cx="307848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12920" y="2194560"/>
            <a:ext cx="35356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12920" y="2194560"/>
            <a:ext cx="3535680" cy="5943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87240" y="228600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movie_genre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87240" y="2542032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영화-장르 N:N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87240" y="297180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movie_no  FK → movie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87240" y="3429000"/>
            <a:ext cx="307848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87240" y="352044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genre_id  FK → genre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87240" y="3977640"/>
            <a:ext cx="307848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7240" y="406908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복합 키 · 인덱스 병행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87240" y="4526280"/>
            <a:ext cx="307848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7240" y="461772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장르별 필터링 기반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87240" y="5074920"/>
            <a:ext cx="307848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77200" y="2194560"/>
            <a:ext cx="35356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77200" y="2194560"/>
            <a:ext cx="3535680" cy="594360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51520" y="228600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media_video_cache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351520" y="2542032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예고편 캐시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51520" y="297180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cache_no  PK · tmdb_id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351520" y="3429000"/>
            <a:ext cx="307848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51520" y="352044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media_type · season_no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351520" y="3977640"/>
            <a:ext cx="307848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51520" y="406908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source_type · video_key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351520" y="4526280"/>
            <a:ext cx="307848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51520" y="461772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UNIQUE(type+id+season+key)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351520" y="5074920"/>
            <a:ext cx="307848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51520" y="51663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캐시 HIT 시 외부 호출 skip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351520" y="5623560"/>
            <a:ext cx="307848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29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TABLE DETAIL ③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커뮤니티 테이블 — review · review_like · comment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356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109728" cy="4206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6888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본문 (9 컬럼)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3032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review_no  PK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movie_no · user_no  FK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rating  DECIMAL(2,1) — 별점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  TEXT · spoiler  TINYINT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like_cnt  INT — 좋아요 수 캐시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reg_date · mod_date  DATETIME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2920" y="2194560"/>
            <a:ext cx="35356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2920" y="2194560"/>
            <a:ext cx="109728" cy="4206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2960" y="246888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32960" y="288036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댓글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78680" y="3291840"/>
            <a:ext cx="3032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comment_no  PK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review_no · user_no  FK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  VARCHAR(500)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reg_date  DATETIME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 시 알림 자동 생성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77200" y="2194560"/>
            <a:ext cx="35356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77200" y="2194560"/>
            <a:ext cx="109728" cy="4206240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7240" y="2468880"/>
            <a:ext cx="307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review_like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97240" y="288036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 토글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42960" y="3291840"/>
            <a:ext cx="3032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user_no + review_no  복합 PK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 (INSERT / DELETE)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 후 review.like_cnt 재계산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리뷰 좋아요 불가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29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TABLE DETAIL ④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기록 테이블 — watchlist · watched · collection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289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26289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4028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watchlist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찜 목록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21717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watch_no · user_no · movie_no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  ENUM(want · watched)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토글 (want / 삭제)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TMDB ID → movie_no 변환 선행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60420" y="2194560"/>
            <a:ext cx="26289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0420" y="2194560"/>
            <a:ext cx="262890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9020" y="224028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89020" y="2468880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봤어요 기록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34740" y="2880360"/>
            <a:ext cx="21717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watched_id  PK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mid · movie_id (TMDB)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reg_date  DATETIME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INSERT IGNORE / DELETE 토글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user_id + TMDB ID 기준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2194560"/>
            <a:ext cx="26289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194560"/>
            <a:ext cx="2628900" cy="502920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24028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468880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컬렉션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2880360"/>
            <a:ext cx="21717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collection_id · mid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title(100) · description(500)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is_public  TINYINT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reg_date · update_date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83980" y="2194560"/>
            <a:ext cx="26289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83980" y="2194560"/>
            <a:ext cx="2628900" cy="50292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12580" y="224028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collection_movie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12580" y="2468880"/>
            <a:ext cx="22631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컬렉션-콘텐츠 N:N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58300" y="2880360"/>
            <a:ext cx="21717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cm_id  PK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collection_id  FK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movie_id  INT (TMDB)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확인 후 토글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29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TABLE DETAIL ⑤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· 알림 테이블 — report · notification · search_history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35680" cy="42062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94560"/>
            <a:ext cx="3535680" cy="6400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8600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578608"/>
            <a:ext cx="298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 내역 (7 컬럼)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2987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report_id  PK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reporter_mid · target_type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target_id · reason(500)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  DEFAULT PENDING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PROCESSED 시 리뷰 블라인드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reg_date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2920" y="2194560"/>
            <a:ext cx="3535680" cy="42062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2920" y="2194560"/>
            <a:ext cx="353568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7240" y="228600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87240" y="2578608"/>
            <a:ext cx="298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(8 컬럼)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32960" y="3017520"/>
            <a:ext cx="2987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noti_id  PK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receiver_mid · sender_mid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noti_type · ref_id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message  VARCHAR(255)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is_read · reg_date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77200" y="2194560"/>
            <a:ext cx="3535680" cy="42062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77200" y="2194560"/>
            <a:ext cx="3535680" cy="640080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1520" y="2286000"/>
            <a:ext cx="298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search_history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51520" y="2578608"/>
            <a:ext cx="298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기록 (5 컬럼)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97240" y="3017520"/>
            <a:ext cx="2987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search_no  PK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user_no  FK NULL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keyword  VARCHAR(200)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result_cnt · search_date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페이지 한정 저장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키워드 DEL→INSERT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29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DATA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트랜잭션 흐름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TMDB ID → 로컬 movie 변환 · 중복 검사 · 트랜잭션으로 일관성을 유지한다.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3949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53949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· 댓글 · 좋아요 흐름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361188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작성 시 TMDB ID → movie 조회 · 없으면 저장 후 movie_no 연결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수정/삭제는 작성자 또는 관리자 권한 확인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좋아요는 review_like 토글 후 review.like_cnt 재계산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댓글 저장 시 리뷰 작성자 아니면 notification 자동 생성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리뷰 삭제 · 신고 처리는 블라인드 트랜잭션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53949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286000"/>
            <a:ext cx="539496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3017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찜 · 봤어요 · 컬렉션 · 캐시 흐름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37960" y="361188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찜 · 봤어요는 TMDB ID → movie_no 변환 선행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컬렉션 생성/수정/삭제 · 공개/비공개 · N:N 연결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신고는 로그인/사유/중복 검사 후 PROCESSED 전환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기록은 첫 페이지만 저장 · 같은 키워드 DEL→INSERT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예고편 캐시는 media_type+tmdb_id+season_no로 DELETE→INSERT 갱신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29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DISCOVERY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① 콘텐츠 탐색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화면에서 영화 · 드라마 · 애니메이션을 폭넓게 탐색한다.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657600" cy="160020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7432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콘텐츠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3246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TMDB 인기순 · 주간 트렌딩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2468880"/>
            <a:ext cx="3657600" cy="160020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7432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상영작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03520" y="3246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개봉 영화 필터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2468880"/>
            <a:ext cx="3657600" cy="160020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27432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0" y="2743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개봉 예정작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144000" y="3246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7일 · 30일 확장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3657600" cy="160020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526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63040" y="4526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장르별 접근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63040" y="5029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movie_genre 기반 분류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89120" y="4251960"/>
            <a:ext cx="3657600" cy="160020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4526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4526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 타입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303520" y="5029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영화/드라마/애니 분리 탭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29600" y="4251960"/>
            <a:ext cx="3657600" cy="160020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03920" y="4526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0392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0" y="4526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144000" y="50292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인기순 · 평점순 · 방영순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29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SEARCH UX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② 검색 기능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· 키워드 · # 태그 + 오타 보정으로 5가지 검색 방식을 통합했다.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486400" cy="402336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5029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974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 # 로맨스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검색어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3611880"/>
            <a:ext cx="88696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11880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#로맨스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55648" y="3611880"/>
            <a:ext cx="88696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5648" y="3611880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 범죄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34056" y="3611880"/>
            <a:ext cx="1243584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34056" y="3611880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이터널 선샤인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69080" y="3611880"/>
            <a:ext cx="88696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3611880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슬램덩크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검색어 TOP 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듄: 파트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오펜하이머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983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범죄도시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5303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슬램덩크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5623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#액션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2194560"/>
            <a:ext cx="8686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19456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TITLE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60920" y="22402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검색 — trim 후 TMDB 검색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0" y="3017520"/>
            <a:ext cx="8686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01752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KEYWORD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60920" y="30632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— TMDB keyword + discover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0" y="3840480"/>
            <a:ext cx="8686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84048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HASH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60920" y="38862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 키워드 — 제목/키워드 자동 분리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0" y="4663440"/>
            <a:ext cx="8686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466344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HISTORY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60920" y="47091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검색어 — 첫 페이지 저장 · 중복 방지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0" y="5486400"/>
            <a:ext cx="8686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548640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POPULAR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60920" y="55321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검색어 — 전체 사용자 기록 집계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29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SEARCH ALGO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fallback 알고리즘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→ 제목 보정 → 키워드 → discover 순으로 단계별 fallback을 수행한다.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2029968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146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검색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검색어로 TMDB 검색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5400000">
            <a:off x="2532888" y="2884932"/>
            <a:ext cx="164592" cy="219456"/>
          </a:xfrm>
          <a:prstGeom prst="rtTriangle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07208" y="2377440"/>
            <a:ext cx="2029968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07208" y="25146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807208" y="292608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fallback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98648" y="32461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부족 시 보정 제목 재검색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rot="5400000">
            <a:off x="4791456" y="2884932"/>
            <a:ext cx="164592" cy="219456"/>
          </a:xfrm>
          <a:prstGeom prst="rtTriangle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65776" y="2377440"/>
            <a:ext cx="2029968" cy="1234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65776" y="25146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065776" y="292608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검색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57216" y="32461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 키워드 → TMDB keyword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rot="5400000">
            <a:off x="7050024" y="2884932"/>
            <a:ext cx="164592" cy="219456"/>
          </a:xfrm>
          <a:prstGeom prst="rtTriangle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24344" y="2377440"/>
            <a:ext cx="2029968" cy="12344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24344" y="25146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324344" y="292608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discover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15784" y="32461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ID로 discover 조합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 rot="5400000">
            <a:off x="9308592" y="2884932"/>
            <a:ext cx="164592" cy="219456"/>
          </a:xfrm>
          <a:prstGeom prst="rtTriangle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82912" y="2377440"/>
            <a:ext cx="2029968" cy="1234440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82912" y="25146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582912" y="2926080"/>
            <a:ext cx="202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74352" y="324612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제거 · 결과 반환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114800"/>
            <a:ext cx="5394960" cy="7772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114800"/>
            <a:ext cx="91440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1148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828800" y="41148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URL 인코딩 문제 수정 · encodeURIComponent 적용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17920" y="4114800"/>
            <a:ext cx="5394960" cy="7772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4114800"/>
            <a:ext cx="91440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1148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498080" y="41148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이동 시 동일 검색어 중복 적재 방지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5029200"/>
            <a:ext cx="5394960" cy="7772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5029200"/>
            <a:ext cx="91440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0292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오타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828800" y="50292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오타 · 띄어쓰기 보정 후 재검색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17920" y="5029200"/>
            <a:ext cx="5394960" cy="7772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17920" y="5029200"/>
            <a:ext cx="91440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50292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결과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498080" y="50292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결과 시 추천어/키워드 제시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29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DETAIL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③ 상세 페이지 · 시즌 fallback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화면에 줄거리 · 예고편 · 출연진 · 키워드 · OTT · 리뷰까지 제공한다.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943600" cy="411480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514600"/>
            <a:ext cx="1645920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14600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2560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제목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60604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 · 드라마 · 시즌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342900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393192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4315968" y="4041648"/>
            <a:ext cx="182880" cy="237744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예고편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5120640"/>
            <a:ext cx="932688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#스릴러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01368" y="5120640"/>
            <a:ext cx="813816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01368" y="5120640"/>
            <a:ext cx="813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#복수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06624" y="5120640"/>
            <a:ext cx="813816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06624" y="5120640"/>
            <a:ext cx="813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#범죄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11880" y="5120640"/>
            <a:ext cx="932688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5120640"/>
            <a:ext cx="932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#시즌2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5623560"/>
            <a:ext cx="1225296" cy="347472"/>
          </a:xfrm>
          <a:prstGeom prst="roundRect">
            <a:avLst>
              <a:gd name="adj" fmla="val 1315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623560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Netflix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39696" y="562356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39696" y="56235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Wavve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82696" y="562356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82696" y="56235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Tving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23774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06640" y="2331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줄거리 · 개봉정보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06640" y="2651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TMDB 메타데이터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66560" y="30632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06640" y="3017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예고편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06640" y="3337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다단 fallback 재생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66560" y="37490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06640" y="3703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출연진 · 스태프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406640" y="4023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 · 역할 구분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66560" y="44348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406640" y="4389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태그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406640" y="4709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 시 키워드 검색 이동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766560" y="51206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6656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406640" y="5074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OTT 제공처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406640" y="5394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국가별 streaming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766560" y="5806440"/>
            <a:ext cx="457200" cy="4572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5806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406640" y="57607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드라마 시즌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406640" y="6080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시즌 → 시즌1 → 시리즈 전체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29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· TRAILER ALGO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예고편 처리 전체 흐름 (8단계)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TMDB ko-KR → en-US → 캐시 → YouTube 검색 + 후보 점수화로 안정성을 확보했다.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26289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446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TMDB ko-KR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rot="5400000">
            <a:off x="3204972" y="2834640"/>
            <a:ext cx="128016" cy="18288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0420" y="2331720"/>
            <a:ext cx="26289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0420" y="246888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51860" y="2926080"/>
            <a:ext cx="2446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TMDB en-US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 rot="5400000">
            <a:off x="6016752" y="2834640"/>
            <a:ext cx="128016" cy="18288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2331720"/>
            <a:ext cx="2628900" cy="1188720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46888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63640" y="2926080"/>
            <a:ext cx="2446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캐시 확인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 rot="5400000">
            <a:off x="8828532" y="2834640"/>
            <a:ext cx="128016" cy="18288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83980" y="2331720"/>
            <a:ext cx="2628900" cy="1188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83980" y="246888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75420" y="2926080"/>
            <a:ext cx="2446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YouTube 검색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2628900" cy="1188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3192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0080" y="4389120"/>
            <a:ext cx="2446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필터링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 rot="5400000">
            <a:off x="3204972" y="4297680"/>
            <a:ext cx="128016" cy="18288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60420" y="3794760"/>
            <a:ext cx="2628900" cy="1188720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0420" y="393192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451860" y="4389120"/>
            <a:ext cx="2446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점수화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 rot="5400000">
            <a:off x="6016752" y="4297680"/>
            <a:ext cx="128016" cy="18288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3794760"/>
            <a:ext cx="2628900" cy="1188720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93192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263640" y="4389120"/>
            <a:ext cx="2446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 가능 검증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 rot="5400000">
            <a:off x="8828532" y="4297680"/>
            <a:ext cx="128016" cy="18288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83980" y="3794760"/>
            <a:ext cx="2628900" cy="11887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83980" y="393192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075420" y="4389120"/>
            <a:ext cx="24460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캐시 저장 · 반환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5303520"/>
            <a:ext cx="11064240" cy="10058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5303520"/>
            <a:ext cx="914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394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 가능 여부 검증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22960" y="5760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embeddable · public/unlisted/private · 업로드 처리 상태 · 한국(KR) 지역 재생 · 통과 후보만 최종 선정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29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· SCORING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예고편 후보 필터링 · 점수화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부적절한 영상을 제외하고, 공식 · 제목 · 시즌 일치를 기준으로 점수를 매긴다.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657600" cy="402336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109728" cy="40233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제외 규칙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15468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쇼츠 · Shorts 영상 제외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리액션 · 리뷰 영상 제외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OST · 오프닝 · 엔딩 제외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 · 클립 · 씬 제외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해설 · 분석 제외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2286000"/>
            <a:ext cx="3657600" cy="402336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286000"/>
            <a:ext cx="109728" cy="4023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후보 점수화 기준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54880" y="315468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제목이 콘텐츠명과 일치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채널명이 공식 채널과 유사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'official' 포함 여부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trailer · teaser · preview 계열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드라마: 시즌 정보 일치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21040" y="2286000"/>
            <a:ext cx="3657600" cy="402336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286000"/>
            <a:ext cx="109728" cy="4023360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드라마 시즌 fallback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41080" y="315468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시즌별 전용 예고편 우선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없으면 시즌 1 fallback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없으면 시리즈 전체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재생 가능 여부 검증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결과만 캐시 저장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/ 29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ACCOUNT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 · 로그인 · 이메일 인증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· 이메일 인증 · 세션 관리까지 회원 흐름 전 과정을 설계했다.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73152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14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108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 · 비밀번호 · 이메일 · 닉네임 검증 → 중복 확인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28600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286000"/>
            <a:ext cx="73152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514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인증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3108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6자리 코드를 Gmail SMTP로 발송 → 일정 시간 내 입력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2286000"/>
            <a:ext cx="73152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514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저장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3108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SHA-256 해시 후 DB 저장 · 재인증 시 일치 비교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206240"/>
            <a:ext cx="73152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434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잠금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5029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5회 실패 시 10분 잠금 · 세션에 시도 기록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97680" y="420624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4206240"/>
            <a:ext cx="73152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4434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 갱신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17720" y="5029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성공 시 기존 세션 무효화 후 신규 세션 발급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46720" y="4206240"/>
            <a:ext cx="35661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0" y="4206240"/>
            <a:ext cx="73152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4434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 로그인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366760" y="5029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KakaoLoginService로 토큰 교환 · 프로필 연동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/ 29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REVIEW &amp; RECORD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· 댓글 · 개인 기록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소비에서 끝내지 않고 반응 · 기록 · 알림까지 서비스 안에서 이어지게 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486400" cy="411480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548640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COMMUNITY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971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· 댓글 · 좋아요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TMDB ID → movie_no 변환 후 저장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리뷰 좋아요 불가 · 토글 후 like_cnt 재계산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댓글 작성 시 리뷰 작성자에게 알림 자동 생성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별점 통계(평균 · 분포)를 상세 페이지에 노출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마이페이지에서 본인 리뷰/댓글 통합 조회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286000"/>
            <a:ext cx="5486400" cy="411480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286000"/>
            <a:ext cx="54864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286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RECORD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29400" y="2971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찜 · 봤어요 · 컬렉션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75120" y="370332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찜 토글(want/삭제) · TMDB → movie_no 변환 선행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봤어요는 INSERT IGNORE / DELETE 토글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컬렉션 제목 100자 · 설명 500자 검증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공개/비공개 · 비공개는 소유자만 접근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collection_movie 중복 확인 후 토글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29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· ADMIN &amp; 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기능 · 보안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서비스와 분리된 관리자 영역 + 필터 · 인터셉터로 운영 · 보안을 강화했다.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6583680" cy="402336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68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834640"/>
            <a:ext cx="1463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34640"/>
            <a:ext cx="146304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3375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1,248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350008" y="2834640"/>
            <a:ext cx="1463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50008" y="2834640"/>
            <a:ext cx="146304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87168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금일 리뷰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87168" y="33375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922776" y="2834640"/>
            <a:ext cx="1463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22776" y="2834640"/>
            <a:ext cx="1463040" cy="54864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59936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미처리 신고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59936" y="33375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495544" y="2834640"/>
            <a:ext cx="1463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95544" y="2834640"/>
            <a:ext cx="1463040" cy="54864"/>
          </a:xfrm>
          <a:prstGeom prst="rect">
            <a:avLst/>
          </a:prstGeom>
          <a:solidFill>
            <a:srgbClr val="17A2B8"/>
          </a:solidFill>
          <a:ln w="12700">
            <a:solidFill>
              <a:srgbClr val="17A2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32704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 댓글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32704" y="33375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77240" y="4297680"/>
            <a:ext cx="6126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신고 처리 · 트랜잭션 블라인드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754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#1024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37360" y="4754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악성 리뷰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931920" y="4791456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처리완료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" y="5166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#1025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737360" y="5166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스팸 댓글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931920" y="5202936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0" y="52029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보류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4400" y="55778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#1026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737360" y="5577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부적절 이미지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31920" y="5614416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0" y="56144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반려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06640" y="2423160"/>
            <a:ext cx="18288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0" y="2331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680960" y="26609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회원/리뷰/댓글/찜/대기 신고 요약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06640" y="3108960"/>
            <a:ext cx="182880" cy="1828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3017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 처리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680960" y="33467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PROCESSED 전환 시 블라인드 트랜잭션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406640" y="3794760"/>
            <a:ext cx="18288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80960" y="3703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관리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680960" y="40325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 · 권한 변경 · 삭제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406640" y="4480560"/>
            <a:ext cx="182880" cy="1828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80960" y="4389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AdminInterceptor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680960" y="47183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/admin/** 권한 일괄 확인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406640" y="5166360"/>
            <a:ext cx="18288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80960" y="5074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InputValidator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680960" y="54041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회원/리뷰/댓글/신고 공통 검증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406640" y="5852160"/>
            <a:ext cx="182880" cy="1828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80960" y="5760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XssFilter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680960" y="60899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태그/이벤트 제거 · multipart 제외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/ 29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· VALIDATION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검증 · 보안 개선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구현 이후에도 검증 규칙과 필터 구조를 정리해 서비스 안정성을 높였다.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486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40280"/>
            <a:ext cx="137160" cy="41605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880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4937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프론트/서버 검증 규칙 중복 · 불일치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변경 시 현재 비밀번호 검증 누락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XSS 필터가 일반 입력까지 과탐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예약어 포함 정상 검색어 차단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240280"/>
            <a:ext cx="5486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240280"/>
            <a:ext cx="137160" cy="41605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29400" y="2880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후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675120" y="3611880"/>
            <a:ext cx="4937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InputValidator 중심 규칙 통합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변경 · 세션 재확인 추가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XssFilter + RequestWrapper 범위 최소화 · multipart 제외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예약어 정교화 · 정상 검색어 통과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/ 29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· 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사례 · 문제 해결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 발견한 문제를 원인 분석 → 조치 → 재발 방지로 정리했다.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566160" cy="19202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51460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514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 검색어 URL 인코딩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99923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`#`이 URL fragment로 해석되어 쿼리 누락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encodeURIComponent + 서버 decode 보강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2286000"/>
            <a:ext cx="3566160" cy="19202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251460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2514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검색어 중복 적재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299923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이동 시 동일 검색어 반복 저장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 기반 dedup · 같은 키워드 삭제 후 재저장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2286000"/>
            <a:ext cx="3566160" cy="19202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251460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23960" y="2514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영화 예고편 누락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23960" y="299923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TMDB 한국어 응답 없을 때 예고편 미노출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ko-KR → en-US → 캐시 → YouTube 검색 fallback 체인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3566160" cy="19202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57200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4572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섹션 연결 부재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505663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키워드를 눌러도 검색으로 이어지지 않음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ID 기반 라우팅 신설 · 애니/드라마 분기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4343400"/>
            <a:ext cx="3566160" cy="19202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457200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74920" y="4572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통계 중복 주입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74920" y="505663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컨트롤러마다 통계 조회 중복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GlobalViewOptionsAdvice로 공통 주입 일원화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46720" y="4343400"/>
            <a:ext cx="3566160" cy="192024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4572000"/>
            <a:ext cx="411480" cy="4114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7532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823960" y="4572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과탐 필터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823960" y="5056632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검색어가 SQL 예약어로 차단됨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예약어 목록 정교화 · 컨텍스트 기반 판단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/ 29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·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성과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31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 · 검색 · 상세 · 커뮤니티 · 관리자까지 하나의 서비스로 통합했다.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62890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68880"/>
            <a:ext cx="26289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88920"/>
            <a:ext cx="26289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2628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테이블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187952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DDL 정의 완료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60420" y="2468880"/>
            <a:ext cx="262890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0420" y="2468880"/>
            <a:ext cx="26289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0420" y="2788920"/>
            <a:ext cx="26289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10+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3360420" y="3840480"/>
            <a:ext cx="2628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43300" y="4187952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기능군 책임 분리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2468880"/>
            <a:ext cx="262890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2468880"/>
            <a:ext cx="26289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2788920"/>
            <a:ext cx="26289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8단계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6172200" y="3840480"/>
            <a:ext cx="2628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예고편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4187952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fallback 체인 구축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83980" y="2468880"/>
            <a:ext cx="262890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83980" y="2468880"/>
            <a:ext cx="26289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83980" y="2788920"/>
            <a:ext cx="26289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5가지</a:t>
            </a:r>
            <a:endParaRPr lang="en-US" sz="6000" dirty="0"/>
          </a:p>
        </p:txBody>
      </p:sp>
      <p:sp>
        <p:nvSpPr>
          <p:cNvPr id="25" name="Text 23"/>
          <p:cNvSpPr/>
          <p:nvPr/>
        </p:nvSpPr>
        <p:spPr>
          <a:xfrm>
            <a:off x="8983980" y="3840480"/>
            <a:ext cx="2628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방식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66860" y="4187952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· 키워드 · # · fallback · 통합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5056632"/>
            <a:ext cx="91440" cy="274320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983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920240" y="49834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 → 검색 → 상세 → 반응 → 기록 → 운영 한 흐름으로 완결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495544"/>
            <a:ext cx="91440" cy="274320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4223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920240" y="54223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fallback · 예고편 fallback으로 빈 결과 비율 감소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5934456"/>
            <a:ext cx="91440" cy="274320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8613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안정성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920240" y="58613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XssFilter · InputValidator · AdminInterceptor로 입력 · 권한 방어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/ 29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28600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·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· 향후 개선 방향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029200" cy="4297680"/>
          </a:xfrm>
          <a:prstGeom prst="rect">
            <a:avLst/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한계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3337560"/>
            <a:ext cx="9144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246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31720" y="3246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테스트 · 자동화 테스트 부족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4023360"/>
            <a:ext cx="9144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31720" y="3931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수동 배포 의존 · CI/CD 미구성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709160"/>
            <a:ext cx="9144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617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31720" y="46177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리뷰/찜 기반 추천 고도화 미완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5394960"/>
            <a:ext cx="9144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303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반응형 UI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3172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· 태블릿 사용성 일부 보완 필요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B0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ROADMAP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89320" y="2514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A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개선 방향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989320" y="3200400"/>
            <a:ext cx="18135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3200400"/>
            <a:ext cx="181356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3291840"/>
            <a:ext cx="153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3520440"/>
            <a:ext cx="153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안정화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7920" y="4114800"/>
            <a:ext cx="1493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JUnit 서비스 레이어 테스트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 파이프라인 구성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로깅 · 모니터링 강화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12608" y="3200400"/>
            <a:ext cx="18135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12608" y="3200400"/>
            <a:ext cx="1813560" cy="7315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95488" y="3291840"/>
            <a:ext cx="153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95488" y="3520440"/>
            <a:ext cx="153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개인화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41208" y="4114800"/>
            <a:ext cx="1493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· 찜 기반 개인 추천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유사 콘텐츠 추천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별점 기반 큐레이션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835896" y="3200400"/>
            <a:ext cx="18135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35896" y="3200400"/>
            <a:ext cx="1813560" cy="731520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18776" y="3291840"/>
            <a:ext cx="153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018776" y="3520440"/>
            <a:ext cx="153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064496" y="4114800"/>
            <a:ext cx="1493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반응형 UI 전면 개선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자동화 · 컨테이너화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캐시 · API 호출 최적화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6446520"/>
            <a:ext cx="11064240" cy="9144"/>
          </a:xfrm>
          <a:prstGeom prst="rect">
            <a:avLst/>
          </a:prstGeom>
          <a:solidFill>
            <a:srgbClr val="D5DCEA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332720" y="6492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/ 29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0" y="0"/>
            <a:ext cx="41148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B0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CLOSING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구현을 넘어,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경험을 설계한 프로젝트.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SpringGreen8은 15개 DB 테이블 · 10+ Controller · 8단계 예고편 fallback으로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 · 검색 · 커뮤니티 · 관리자까지 하나의 서비스로 묶은 웹 프로젝트입니다.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5486400"/>
            <a:ext cx="1371600" cy="45720"/>
          </a:xfrm>
          <a:prstGeom prst="rect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 you  ·  Q &amp; 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6217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SpringGreen8  |  Spring MVC 기반 콘텐츠 커뮤니티 웹 프로젝트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SpringGreen8 — 통합 발표자료</dc:title>
  <dc:subject>PptxGenJS Presentation</dc:subject>
  <dc:creator>이태경</dc:creator>
  <cp:lastModifiedBy>이태경</cp:lastModifiedBy>
  <cp:revision>1</cp:revision>
  <dcterms:created xsi:type="dcterms:W3CDTF">2026-04-22T05:02:16Z</dcterms:created>
  <dcterms:modified xsi:type="dcterms:W3CDTF">2026-04-22T05:02:16Z</dcterms:modified>
</cp:coreProperties>
</file>